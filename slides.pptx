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Ataque 51% — Simulação Off-Chain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Bruno Kazuya Yamato Sakaji</a:t>
            </a:r>
          </a:p>
          <a:p>
            <a:r>
              <a:t>SSC0958 – Blockchain e Criptomoedas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